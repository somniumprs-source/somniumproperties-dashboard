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1" r:id="rId2"/>
    <p:sldMasterId id="2147483683" r:id="rId3"/>
  </p:sldMasterIdLst>
  <p:sldIdLst>
    <p:sldId id="288" r:id="rId4"/>
    <p:sldId id="324" r:id="rId5"/>
    <p:sldId id="258" r:id="rId6"/>
    <p:sldId id="259" r:id="rId7"/>
    <p:sldId id="260" r:id="rId8"/>
    <p:sldId id="297" r:id="rId9"/>
    <p:sldId id="262" r:id="rId10"/>
    <p:sldId id="303" r:id="rId11"/>
    <p:sldId id="306" r:id="rId12"/>
    <p:sldId id="267" r:id="rId13"/>
    <p:sldId id="268" r:id="rId14"/>
    <p:sldId id="348" r:id="rId15"/>
    <p:sldId id="315" r:id="rId16"/>
    <p:sldId id="318" r:id="rId17"/>
  </p:sldIdLst>
  <p:sldSz cx="16256000" cy="9144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71" autoAdjust="0"/>
    <p:restoredTop sz="94564" autoAdjust="0"/>
  </p:normalViewPr>
  <p:slideViewPr>
    <p:cSldViewPr>
      <p:cViewPr varScale="1">
        <p:scale>
          <a:sx n="88" d="100"/>
          <a:sy n="88" d="100"/>
        </p:scale>
        <p:origin x="192" y="2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gs" Target="tags/tag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?>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1D8BD707-D9CF-40AE-B4C6-C98DA3205C09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B6F15528-21DE-4FAA-801E-634DDDAF4B2B}" type="slidenum">
              <a:rPr lang="en-US" smtClean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9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9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9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9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AA01CD37-B98C-E011-6643-1131AB979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7924800"/>
            <a:ext cx="12234058" cy="4572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BB95CCA-27B7-A19C-6E82-E351BF501B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000"/>
          <a:stretch>
            <a:fillRect/>
          </a:stretch>
        </p:blipFill>
        <p:spPr>
          <a:xfrm>
            <a:off x="2794000" y="6553200"/>
            <a:ext cx="10591800" cy="1371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4107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2C6D7F86-6FBF-6518-4862-F3177D9EF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99" y="6096000"/>
            <a:ext cx="3730625" cy="12192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3A3020B0-BDC2-211B-46A4-9A9DD51AF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800" y="6400800"/>
            <a:ext cx="4038600" cy="14478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600E5DE-7FA0-0E92-F10E-62F3F1B87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99" y="6515100"/>
            <a:ext cx="3886201" cy="11049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4107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4393.0"/>
  <p:tag name="AS_RELEASE_DATE" val="2019.12.14"/>
  <p:tag name="AS_TITLE" val="Aspose.Slides for .NET 4.0 Client Profile"/>
  <p:tag name="AS_VERSION" val="19.1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0</Words>
  <Application>Microsoft Macintosh PowerPoint</Application>
  <PresentationFormat>Personalizados</PresentationFormat>
  <Paragraphs>0</Paragraphs>
  <Slides>14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3</vt:i4>
      </vt:variant>
      <vt:variant>
        <vt:lpstr>Títulos dos diapositivos</vt:lpstr>
      </vt:variant>
      <vt:variant>
        <vt:i4>14</vt:i4>
      </vt:variant>
    </vt:vector>
  </HeadingPairs>
  <TitlesOfParts>
    <vt:vector size="19" baseType="lpstr">
      <vt:lpstr>Arial</vt:lpstr>
      <vt:lpstr>Calibri</vt:lpstr>
      <vt:lpstr>Office Theme</vt:lpstr>
      <vt:lpstr>Office Theme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Ana Magalhães</cp:lastModifiedBy>
  <cp:revision>4</cp:revision>
  <dcterms:created xsi:type="dcterms:W3CDTF">2006-08-16T00:00:00Z</dcterms:created>
  <dcterms:modified xsi:type="dcterms:W3CDTF">2026-03-10T21:33:56Z</dcterms:modified>
</cp:coreProperties>
</file>